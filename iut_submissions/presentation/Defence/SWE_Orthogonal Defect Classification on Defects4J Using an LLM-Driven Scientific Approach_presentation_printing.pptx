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692079" cy="75602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1 of 7</a:t>
            </a:r>
          </a:p>
        </p:txBody>
      </p:sp>
      <p:pic>
        <p:nvPicPr>
          <p:cNvPr id="4" name="Picture 3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</a:t>
            </a:r>
          </a:p>
        </p:txBody>
      </p:sp>
      <p:pic>
        <p:nvPicPr>
          <p:cNvPr id="6" name="Picture 5" descr="slide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</a:t>
            </a:r>
          </a:p>
        </p:txBody>
      </p:sp>
      <p:pic>
        <p:nvPicPr>
          <p:cNvPr id="8" name="Picture 7" descr="slide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3</a:t>
            </a:r>
          </a:p>
        </p:txBody>
      </p:sp>
      <p:pic>
        <p:nvPicPr>
          <p:cNvPr id="10" name="Picture 9" descr="slide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2 of 7</a:t>
            </a:r>
          </a:p>
        </p:txBody>
      </p:sp>
      <p:pic>
        <p:nvPicPr>
          <p:cNvPr id="4" name="Picture 3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5</a:t>
            </a:r>
          </a:p>
        </p:txBody>
      </p:sp>
      <p:pic>
        <p:nvPicPr>
          <p:cNvPr id="6" name="Picture 5" descr="slid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6</a:t>
            </a:r>
          </a:p>
        </p:txBody>
      </p:sp>
      <p:pic>
        <p:nvPicPr>
          <p:cNvPr id="8" name="Picture 7" descr="slide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7</a:t>
            </a:r>
          </a:p>
        </p:txBody>
      </p:sp>
      <p:pic>
        <p:nvPicPr>
          <p:cNvPr id="10" name="Picture 9" descr="slide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3 of 7</a:t>
            </a:r>
          </a:p>
        </p:txBody>
      </p:sp>
      <p:pic>
        <p:nvPicPr>
          <p:cNvPr id="4" name="Picture 3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9</a:t>
            </a:r>
          </a:p>
        </p:txBody>
      </p:sp>
      <p:pic>
        <p:nvPicPr>
          <p:cNvPr id="6" name="Picture 5" descr="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10</a:t>
            </a:r>
          </a:p>
        </p:txBody>
      </p:sp>
      <p:pic>
        <p:nvPicPr>
          <p:cNvPr id="8" name="Picture 7" descr="slid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11</a:t>
            </a:r>
          </a:p>
        </p:txBody>
      </p:sp>
      <p:pic>
        <p:nvPicPr>
          <p:cNvPr id="10" name="Picture 9" descr="slid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4 of 7</a:t>
            </a:r>
          </a:p>
        </p:txBody>
      </p:sp>
      <p:pic>
        <p:nvPicPr>
          <p:cNvPr id="4" name="Picture 3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13</a:t>
            </a:r>
          </a:p>
        </p:txBody>
      </p:sp>
      <p:pic>
        <p:nvPicPr>
          <p:cNvPr id="6" name="Picture 5" descr="slid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14</a:t>
            </a:r>
          </a:p>
        </p:txBody>
      </p:sp>
      <p:pic>
        <p:nvPicPr>
          <p:cNvPr id="8" name="Picture 7" descr="slid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15</a:t>
            </a:r>
          </a:p>
        </p:txBody>
      </p:sp>
      <p:pic>
        <p:nvPicPr>
          <p:cNvPr id="10" name="Picture 9" descr="slid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5 of 7</a:t>
            </a:r>
          </a:p>
        </p:txBody>
      </p:sp>
      <p:pic>
        <p:nvPicPr>
          <p:cNvPr id="4" name="Picture 3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17</a:t>
            </a:r>
          </a:p>
        </p:txBody>
      </p:sp>
      <p:pic>
        <p:nvPicPr>
          <p:cNvPr id="6" name="Picture 5" descr="slid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18</a:t>
            </a:r>
          </a:p>
        </p:txBody>
      </p:sp>
      <p:pic>
        <p:nvPicPr>
          <p:cNvPr id="8" name="Picture 7" descr="slid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19</a:t>
            </a:r>
          </a:p>
        </p:txBody>
      </p:sp>
      <p:pic>
        <p:nvPicPr>
          <p:cNvPr id="10" name="Picture 9" descr="slide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6 of 7</a:t>
            </a:r>
          </a:p>
        </p:txBody>
      </p:sp>
      <p:pic>
        <p:nvPicPr>
          <p:cNvPr id="4" name="Picture 3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21</a:t>
            </a:r>
          </a:p>
        </p:txBody>
      </p:sp>
      <p:pic>
        <p:nvPicPr>
          <p:cNvPr id="6" name="Picture 5" descr="slid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22</a:t>
            </a:r>
          </a:p>
        </p:txBody>
      </p:sp>
      <p:pic>
        <p:nvPicPr>
          <p:cNvPr id="8" name="Picture 7" descr="slid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23</a:t>
            </a:r>
          </a:p>
        </p:txBody>
      </p:sp>
      <p:pic>
        <p:nvPicPr>
          <p:cNvPr id="10" name="Picture 9" descr="slide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77724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2284C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34679" y="73152"/>
            <a:ext cx="182880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5A6270"/>
                </a:solidFill>
                <a:latin typeface="Source Sans 3"/>
              </a:rPr>
              <a:t>Page 7 of 7</a:t>
            </a:r>
          </a:p>
        </p:txBody>
      </p:sp>
      <p:pic>
        <p:nvPicPr>
          <p:cNvPr id="4" name="Picture 3" descr="slid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91440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25</a:t>
            </a:r>
          </a:p>
        </p:txBody>
      </p:sp>
      <p:pic>
        <p:nvPicPr>
          <p:cNvPr id="6" name="Picture 5" descr="slid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759" y="749477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391759" y="3697833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26</a:t>
            </a:r>
          </a:p>
        </p:txBody>
      </p:sp>
      <p:pic>
        <p:nvPicPr>
          <p:cNvPr id="8" name="Picture 7" descr="slid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91440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27</a:t>
            </a:r>
          </a:p>
        </p:txBody>
      </p:sp>
      <p:pic>
        <p:nvPicPr>
          <p:cNvPr id="10" name="Picture 9" descr="slide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759" y="3990441"/>
            <a:ext cx="5208879" cy="2930068"/>
          </a:xfrm>
          <a:prstGeom prst="rect">
            <a:avLst/>
          </a:prstGeom>
          <a:ln w="6350">
            <a:solidFill>
              <a:srgbClr val="B8BEC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1759" y="6938797"/>
            <a:ext cx="520887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A6270"/>
                </a:solidFill>
                <a:latin typeface="Source Sans 3"/>
              </a:rPr>
              <a:t>Slide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